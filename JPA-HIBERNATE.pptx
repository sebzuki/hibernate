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94829" autoAdjust="0"/>
  </p:normalViewPr>
  <p:slideViewPr>
    <p:cSldViewPr snapToGrid="0">
      <p:cViewPr varScale="1">
        <p:scale>
          <a:sx n="152" d="100"/>
          <a:sy n="152" d="100"/>
        </p:scale>
        <p:origin x="942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16/03/2022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16/03/2022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16/03/2022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16/03/2022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hyperlink" Target="https://docs.jboss.org/hibernate/stable/orm/userguide/html_single/Hibernate_User_Guide.html#fetching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128" y="1651147"/>
            <a:ext cx="4086422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3229" y="1923575"/>
            <a:ext cx="4710737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3229" y="3582167"/>
            <a:ext cx="4710737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128" y="3679184"/>
            <a:ext cx="4086422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inverse, sinon il se comportera comme un </a:t>
            </a:r>
            <a:r>
              <a:rPr lang="fr-FR" dirty="0" err="1"/>
              <a:t>ManyToMany</a:t>
            </a:r>
            <a:r>
              <a:rPr lang="fr-FR" dirty="0"/>
              <a:t> (cas suivant)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730473"/>
            <a:ext cx="4021057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8808" y="2647471"/>
            <a:ext cx="4651985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086" y="1558253"/>
            <a:ext cx="5805914" cy="33239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8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4630655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052" y="5352357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Type de jointure Eager ou Lazy ? (Attribut « FetchType »)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295CC2-3C55-4263-A392-04168647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40" y="3591734"/>
            <a:ext cx="7314718" cy="205501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C8DED574-2F61-4384-8F24-6E5075408A1F}"/>
              </a:ext>
            </a:extLst>
          </p:cNvPr>
          <p:cNvSpPr txBox="1"/>
          <p:nvPr/>
        </p:nvSpPr>
        <p:spPr>
          <a:xfrm>
            <a:off x="4412879" y="3330124"/>
            <a:ext cx="6924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hlinkClick r:id="rId4"/>
              </a:rPr>
              <a:t>https://docs.jboss.org/hibernate/stable/orm/userguide/html_single/Hibernate_User_Guide.html#fetching</a:t>
            </a:r>
            <a:r>
              <a:rPr lang="fr-FR" sz="1100" dirty="0"/>
              <a:t>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DEED5F9-E4CA-43A0-8BED-4ACC952F9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630" y="5613440"/>
            <a:ext cx="5412582" cy="111451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34E059A-625B-4ACE-9859-9E2E136A29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4493" y="5694841"/>
            <a:ext cx="4910137" cy="98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Mon repository !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324" y="1587133"/>
            <a:ext cx="3390603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B92E64B-E616-4765-ABFD-0B2411A1937E}"/>
              </a:ext>
            </a:extLst>
          </p:cNvPr>
          <p:cNvSpPr txBox="1"/>
          <p:nvPr/>
        </p:nvSpPr>
        <p:spPr>
          <a:xfrm>
            <a:off x="4910662" y="4421182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N+1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6097617"/>
            <a:ext cx="10866640" cy="76038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409921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 / JOIN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506646" y="1745802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</a:p>
          <a:p>
            <a:endParaRPr lang="en-US" dirty="0">
              <a:solidFill>
                <a:srgbClr val="FF0000"/>
              </a:solidFill>
              <a:latin typeface="SFMono-Regular"/>
            </a:endParaRP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On ne peut pas mélanger </a:t>
            </a:r>
            <a:r>
              <a:rPr lang="fr-FR" altLang="fr-FR" dirty="0" err="1">
                <a:highlight>
                  <a:srgbClr val="FFFF00"/>
                </a:highlight>
                <a:latin typeface="SFMono-Regular"/>
              </a:rPr>
              <a:t>Fetch</a:t>
            </a:r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 et pagination, sinon on tronquerait les résultats, donc le système récupère tous les enregistrements liés à la portée de la requête de départ !</a:t>
            </a: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Et si pas de filtre…</a:t>
            </a:r>
          </a:p>
          <a:p>
            <a:r>
              <a:rPr lang="fr-FR" dirty="0">
                <a:highlight>
                  <a:srgbClr val="FFFF00"/>
                </a:highlight>
                <a:latin typeface="SFMono-Regular"/>
              </a:rPr>
              <a:t>Et la pagination se fait en mémoire !!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879" y="3421201"/>
            <a:ext cx="10919012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>
                <a:solidFill>
                  <a:srgbClr val="9E880D"/>
                </a:solidFill>
                <a:latin typeface="Fira Code"/>
              </a:rPr>
              <a:t>@EntityGraph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(attributePaths = {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director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3071" y="1544157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91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498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4227</Words>
  <Application>Microsoft Office PowerPoint</Application>
  <PresentationFormat>Grand écran</PresentationFormat>
  <Paragraphs>450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Type de jointure Eager ou Lazy ? (Attribut « FetchType »)</vt:lpstr>
      <vt:lpstr>Mon repository !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2022-03-16T10:02:27Z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