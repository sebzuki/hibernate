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0" r:id="rId37"/>
    <p:sldId id="327" r:id="rId3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82663" autoAdjust="0"/>
  </p:normalViewPr>
  <p:slideViewPr>
    <p:cSldViewPr snapToGrid="0">
      <p:cViewPr varScale="1">
        <p:scale>
          <a:sx n="134" d="100"/>
          <a:sy n="134" d="100"/>
        </p:scale>
        <p:origin x="1674" y="12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21/06/2021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21/06/2021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21/06/2021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1651147"/>
            <a:ext cx="2899318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1923575"/>
            <a:ext cx="3278458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850" y="3582167"/>
            <a:ext cx="3278458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9727" y="3679184"/>
            <a:ext cx="2899318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0976" y="2730473"/>
            <a:ext cx="3241288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8678" y="2647471"/>
            <a:ext cx="3873190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6" y="1496697"/>
            <a:ext cx="5382323" cy="3447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3872759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114" y="5066609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 Eager ou Lazy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Jointures par défaut pour récupérer l’arbre de données 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513245"/>
            <a:ext cx="4822520" cy="46166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549164"/>
            <a:ext cx="3287885" cy="3837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5740421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393490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706029" y="1766359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494" y="2390144"/>
            <a:ext cx="10919012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On ne peut pas mélanger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fetch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et pagination, sinon on tronquerait les résultats, la BD ne le permet pas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endParaRPr kumimoji="0" lang="fr-FR" altLang="fr-FR" b="0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346" y="5118789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703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28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4154</Words>
  <Application>Microsoft Office PowerPoint</Application>
  <PresentationFormat>Grand écran</PresentationFormat>
  <Paragraphs>442</Paragraphs>
  <Slides>34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3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Jointure Eager ou Lazy ?</vt:lpstr>
      <vt:lpstr>Jointures par défaut pour récupérer l’arbre de données 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2021-06-21T11:16:44Z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