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</a:t>
            </a:r>
            <a:r>
              <a:rPr lang="fr-FR">
                <a:highlight>
                  <a:srgbClr val="FFFF00"/>
                </a:highlight>
                <a:latin typeface="SFMono-Regular"/>
              </a:rPr>
              <a:t>en mémoire !!</a:t>
            </a:r>
            <a:endParaRPr lang="fr-FR" dirty="0">
              <a:highlight>
                <a:srgbClr val="FFFF00"/>
              </a:highlight>
              <a:latin typeface="SFMono-Regular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921549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346" y="5118789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4171</Words>
  <Application>Microsoft Office PowerPoint</Application>
  <PresentationFormat>Grand écran</PresentationFormat>
  <Paragraphs>445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2021-06-21T11:28:22Z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