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29" r:id="rId23"/>
    <p:sldId id="305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29"/>
            <p14:sldId id="305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71" d="100"/>
          <a:sy n="71" d="100"/>
        </p:scale>
        <p:origin x="1334" y="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390144"/>
            <a:ext cx="10919012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346" y="5118789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4154</Words>
  <Application>Microsoft Office PowerPoint</Application>
  <PresentationFormat>Grand écran</PresentationFormat>
  <Paragraphs>442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Temps de réponse</vt:lpstr>
      <vt:lpstr>Erreur classique !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2021-06-21T09:59:59Z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