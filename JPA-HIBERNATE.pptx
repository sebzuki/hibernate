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1674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Type de jointure Eager ou Lazy ? (Attribut « FetchType »)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B92E64B-E616-4765-ABFD-0B2411A1937E}"/>
              </a:ext>
            </a:extLst>
          </p:cNvPr>
          <p:cNvSpPr txBox="1"/>
          <p:nvPr/>
        </p:nvSpPr>
        <p:spPr>
          <a:xfrm>
            <a:off x="4910662" y="4421182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N+1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Et si pas de filtre…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en mémoire !!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879" y="3421201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3071" y="1544157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4190</Words>
  <Application>Microsoft Office PowerPoint</Application>
  <PresentationFormat>Grand écran</PresentationFormat>
  <Paragraphs>449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Type de jointure Eager ou Lazy ? (Attribut « FetchType »)</vt:lpstr>
      <vt:lpstr>Jointures par défaut pour récupérer l’arbre de données 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2021-06-21T12:54:48Z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