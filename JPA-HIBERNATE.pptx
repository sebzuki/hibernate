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5"/>
  </p:notesMasterIdLst>
  <p:handoutMasterIdLst>
    <p:handoutMasterId r:id="rId36"/>
  </p:handoutMasterIdLst>
  <p:sldIdLst>
    <p:sldId id="256" r:id="rId5"/>
    <p:sldId id="279" r:id="rId6"/>
    <p:sldId id="300" r:id="rId7"/>
    <p:sldId id="301" r:id="rId8"/>
    <p:sldId id="321" r:id="rId9"/>
    <p:sldId id="292" r:id="rId10"/>
    <p:sldId id="293" r:id="rId11"/>
    <p:sldId id="303" r:id="rId12"/>
    <p:sldId id="295" r:id="rId13"/>
    <p:sldId id="307" r:id="rId14"/>
    <p:sldId id="323" r:id="rId15"/>
    <p:sldId id="322" r:id="rId16"/>
    <p:sldId id="312" r:id="rId17"/>
    <p:sldId id="308" r:id="rId18"/>
    <p:sldId id="309" r:id="rId19"/>
    <p:sldId id="311" r:id="rId20"/>
    <p:sldId id="310" r:id="rId21"/>
    <p:sldId id="305" r:id="rId22"/>
    <p:sldId id="315" r:id="rId23"/>
    <p:sldId id="317" r:id="rId24"/>
    <p:sldId id="320" r:id="rId25"/>
    <p:sldId id="313" r:id="rId26"/>
    <p:sldId id="314" r:id="rId27"/>
    <p:sldId id="318" r:id="rId28"/>
    <p:sldId id="319" r:id="rId29"/>
    <p:sldId id="324" r:id="rId30"/>
    <p:sldId id="325" r:id="rId31"/>
    <p:sldId id="326" r:id="rId32"/>
    <p:sldId id="306" r:id="rId33"/>
    <p:sldId id="299" r:id="rId3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71" d="100"/>
          <a:sy n="71" d="100"/>
        </p:scale>
        <p:origin x="1334" y="43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18/06/2021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18/06/2021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school_i3_4_1_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id1_4_1_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id1_4_0_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name2_4_0_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school_i3_4_0_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>
                <a:solidFill>
                  <a:srgbClr val="000000"/>
                </a:solidFill>
                <a:effectLst/>
              </a:rPr>
              <a:t>teacher teachers0_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teachers0_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</a:t>
            </a:r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school0_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871094"/>
                </a:solidFill>
                <a:effectLst/>
              </a:rPr>
              <a:t>                               </a:t>
            </a: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>
                <a:solidFill>
                  <a:srgbClr val="000000"/>
                </a:solidFill>
                <a:effectLst/>
              </a:rPr>
              <a:t>school school0_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                      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director director1_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school0_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director_id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director1_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r>
              <a:rPr lang="en-US" dirty="0"/>
              <a:t>)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Pas de BatchSize sur les relations OneToOne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18/06/2021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3346390" y="2290888"/>
            <a:ext cx="5801096" cy="2387600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051" y="2417268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JSON / 1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1 liaison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33172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253619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Pratique si on doit pointer vers une table de référence pour n liaisons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868175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923478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3228278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43808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&amp;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522896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56932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09009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474119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 « par défaut / 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188390"/>
            <a:ext cx="100658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 </a:t>
            </a:r>
            <a:r>
              <a:rPr lang="fr-FR" dirty="0" err="1">
                <a:solidFill>
                  <a:srgbClr val="FF0000"/>
                </a:solidFill>
              </a:rPr>
              <a:t>Demo</a:t>
            </a:r>
            <a:r>
              <a:rPr lang="fr-FR" dirty="0">
                <a:solidFill>
                  <a:srgbClr val="FF0000"/>
                </a:solidFill>
              </a:rPr>
              <a:t> ? 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findAllPagination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251645"/>
            <a:ext cx="10919012" cy="2031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findAllPagination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</a:t>
            </a:r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/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5,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3632</Words>
  <Application>Microsoft Office PowerPoint</Application>
  <PresentationFormat>Grand écran</PresentationFormat>
  <Paragraphs>394</Paragraphs>
  <Slides>30</Slides>
  <Notes>29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9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JPA Hibernate La belle vie ;) </vt:lpstr>
      <vt:lpstr>Spring Boot / Spring Data</vt:lpstr>
      <vt:lpstr>Notre modèle de démo !</vt:lpstr>
      <vt:lpstr>Notre modèle de démo !</vt:lpstr>
      <vt:lpstr>JSON / 1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&amp;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Pagination</vt:lpstr>
      <vt:lpstr>Pagination Infinie</vt:lpstr>
      <vt:lpstr>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2021-06-18T13:13:19Z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