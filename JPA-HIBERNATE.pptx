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05" r:id="rId23"/>
    <p:sldId id="329" r:id="rId24"/>
    <p:sldId id="315" r:id="rId25"/>
    <p:sldId id="317" r:id="rId26"/>
    <p:sldId id="320" r:id="rId27"/>
    <p:sldId id="313" r:id="rId28"/>
    <p:sldId id="314" r:id="rId29"/>
    <p:sldId id="318" r:id="rId30"/>
    <p:sldId id="319" r:id="rId31"/>
    <p:sldId id="324" r:id="rId32"/>
    <p:sldId id="325" r:id="rId33"/>
    <p:sldId id="326" r:id="rId34"/>
    <p:sldId id="306" r:id="rId35"/>
    <p:sldId id="299" r:id="rId36"/>
    <p:sldId id="330" r:id="rId37"/>
    <p:sldId id="327" r:id="rId38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29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30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134" d="100"/>
          <a:sy n="134" d="100"/>
        </p:scale>
        <p:origin x="167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21/06/2021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21/06/2021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Identification des relations problématiques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N+1, Mais même sur une seule entite, on peut faire mieux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251595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6864889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bzuki/hibernate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</a:t>
            </a:r>
            <a:r>
              <a:rPr lang="fr-FR" dirty="0" err="1"/>
              <a:t>mappings</a:t>
            </a:r>
            <a:r>
              <a:rPr lang="fr-FR" dirty="0"/>
              <a:t>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762643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qui va nous poser des problèmes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496697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066609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 fontScale="90000"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Type de jointure Eager ou Lazy ? (Attribut « FetchType »)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Jointures par défaut pour récupérer l’arbre de données 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52041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517151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99964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B92E64B-E616-4765-ABFD-0B2411A1937E}"/>
              </a:ext>
            </a:extLst>
          </p:cNvPr>
          <p:cNvSpPr txBox="1"/>
          <p:nvPr/>
        </p:nvSpPr>
        <p:spPr>
          <a:xfrm>
            <a:off x="4910662" y="4421182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N+1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 / JOIN</a:t>
            </a: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091569"/>
            <a:ext cx="100658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recherche, utilisez la clause </a:t>
            </a:r>
            <a:r>
              <a:rPr lang="fr-FR" dirty="0" err="1"/>
              <a:t>limit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819BF36-B9EE-4A35-9774-BC2012A8FE53}"/>
              </a:ext>
            </a:extLst>
          </p:cNvPr>
          <p:cNvSpPr txBox="1"/>
          <p:nvPr/>
        </p:nvSpPr>
        <p:spPr>
          <a:xfrm>
            <a:off x="10166258" y="5569056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Temps de réponse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B21C0C4-B67F-4946-91F5-57FCE1A1731F}"/>
              </a:ext>
            </a:extLst>
          </p:cNvPr>
          <p:cNvSpPr txBox="1"/>
          <p:nvPr/>
        </p:nvSpPr>
        <p:spPr>
          <a:xfrm>
            <a:off x="521207" y="1588612"/>
            <a:ext cx="97901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Sur un accès unitaire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Avec un outil de test de charge : </a:t>
            </a:r>
            <a:r>
              <a:rPr lang="fr-FR" dirty="0" err="1"/>
              <a:t>Gatling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1392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660169F-952A-4E96-B592-E414BD734445}"/>
              </a:ext>
            </a:extLst>
          </p:cNvPr>
          <p:cNvSpPr txBox="1"/>
          <p:nvPr/>
        </p:nvSpPr>
        <p:spPr>
          <a:xfrm>
            <a:off x="10015651" y="5622845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findAllPagination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35F6EF-9ACE-436C-8D37-482743F7B4CA}"/>
              </a:ext>
            </a:extLst>
          </p:cNvPr>
          <p:cNvSpPr txBox="1"/>
          <p:nvPr/>
        </p:nvSpPr>
        <p:spPr>
          <a:xfrm>
            <a:off x="10331209" y="5675532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findAllSlice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Erreur de 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</a:p>
          <a:p>
            <a:endParaRPr lang="en-US" dirty="0">
              <a:solidFill>
                <a:srgbClr val="FF0000"/>
              </a:solidFill>
              <a:latin typeface="SFMono-Regular"/>
            </a:endParaRP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On ne peut pas mélanger </a:t>
            </a:r>
            <a:r>
              <a:rPr lang="fr-FR" altLang="fr-FR" dirty="0" err="1">
                <a:highlight>
                  <a:srgbClr val="FFFF00"/>
                </a:highlight>
                <a:latin typeface="SFMono-Regular"/>
              </a:rPr>
              <a:t>Fetch</a:t>
            </a:r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 et pagination, sinon on tronquerait les résultats, donc le système récupère tous les enregistrements liés à la portée de la requête de départ !</a:t>
            </a: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Et si pas de filtre…</a:t>
            </a:r>
          </a:p>
          <a:p>
            <a:r>
              <a:rPr lang="fr-FR" dirty="0">
                <a:highlight>
                  <a:srgbClr val="FFFF00"/>
                </a:highlight>
                <a:latin typeface="SFMono-Regular"/>
              </a:rPr>
              <a:t>Et la pagination se fait en mémoire !!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879" y="3421201"/>
            <a:ext cx="10919012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dirty="0">
                <a:solidFill>
                  <a:srgbClr val="9E880D"/>
                </a:solidFill>
                <a:latin typeface="Fira Code"/>
              </a:rPr>
              <a:t>@EntityGraph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(attributePaths = {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director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F48DB-99B2-4292-B898-751F34837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3071" y="1544157"/>
            <a:ext cx="1559242" cy="155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Code source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351B732-5CDD-4F7E-9691-AF0E2CE8CDA3}"/>
              </a:ext>
            </a:extLst>
          </p:cNvPr>
          <p:cNvSpPr txBox="1"/>
          <p:nvPr/>
        </p:nvSpPr>
        <p:spPr>
          <a:xfrm>
            <a:off x="521207" y="170868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https://github.com/sebzuki/hibernate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0432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4192</Words>
  <Application>Microsoft Office PowerPoint</Application>
  <PresentationFormat>Grand écran</PresentationFormat>
  <Paragraphs>449</Paragraphs>
  <Slides>34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3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qui va nous poser des problèmes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Type de jointure Eager ou Lazy ? (Attribut « FetchType »)</vt:lpstr>
      <vt:lpstr>Jointures par défaut pour récupérer l’arbre de données 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Temps de réponse</vt:lpstr>
      <vt:lpstr>Pagination</vt:lpstr>
      <vt:lpstr>Pagination Infinie</vt:lpstr>
      <vt:lpstr>Erreur de 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Code source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2021-06-21T13:51:18Z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