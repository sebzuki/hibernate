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7"/>
  </p:notesMasterIdLst>
  <p:handoutMasterIdLst>
    <p:handoutMasterId r:id="rId38"/>
  </p:handoutMasterIdLst>
  <p:sldIdLst>
    <p:sldId id="256" r:id="rId5"/>
    <p:sldId id="279" r:id="rId6"/>
    <p:sldId id="328" r:id="rId7"/>
    <p:sldId id="300" r:id="rId8"/>
    <p:sldId id="301" r:id="rId9"/>
    <p:sldId id="321" r:id="rId10"/>
    <p:sldId id="292" r:id="rId11"/>
    <p:sldId id="293" r:id="rId12"/>
    <p:sldId id="303" r:id="rId13"/>
    <p:sldId id="295" r:id="rId14"/>
    <p:sldId id="307" r:id="rId15"/>
    <p:sldId id="323" r:id="rId16"/>
    <p:sldId id="322" r:id="rId17"/>
    <p:sldId id="312" r:id="rId18"/>
    <p:sldId id="308" r:id="rId19"/>
    <p:sldId id="309" r:id="rId20"/>
    <p:sldId id="311" r:id="rId21"/>
    <p:sldId id="310" r:id="rId22"/>
    <p:sldId id="305" r:id="rId23"/>
    <p:sldId id="315" r:id="rId24"/>
    <p:sldId id="317" r:id="rId25"/>
    <p:sldId id="320" r:id="rId26"/>
    <p:sldId id="313" r:id="rId27"/>
    <p:sldId id="314" r:id="rId28"/>
    <p:sldId id="318" r:id="rId29"/>
    <p:sldId id="319" r:id="rId30"/>
    <p:sldId id="324" r:id="rId31"/>
    <p:sldId id="325" r:id="rId32"/>
    <p:sldId id="326" r:id="rId33"/>
    <p:sldId id="306" r:id="rId34"/>
    <p:sldId id="299" r:id="rId35"/>
    <p:sldId id="327" r:id="rId36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28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82663" autoAdjust="0"/>
  </p:normalViewPr>
  <p:slideViewPr>
    <p:cSldViewPr snapToGrid="0">
      <p:cViewPr varScale="1">
        <p:scale>
          <a:sx n="134" d="100"/>
          <a:sy n="134" d="100"/>
        </p:scale>
        <p:origin x="1674" y="12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20/06/2021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20/06/2021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20/06/2021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20/06/2021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2771715" y="2201069"/>
            <a:ext cx="5801096" cy="3364038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Spring Data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59" y="2119610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3B57CA5-CF57-417D-87A5-8D4D7DB8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738" y="2119610"/>
            <a:ext cx="1656622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3CF6A7-E17D-4316-8AD8-CAC6DB3A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but de cette 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59C144-B174-42C5-8664-9366D10461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495" y="2560320"/>
            <a:ext cx="10790493" cy="3977640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Identifier les mapping qui peuvent poser des problèmes de performance (N+1)</a:t>
            </a:r>
            <a:br>
              <a:rPr lang="fr-FR" dirty="0"/>
            </a:br>
            <a:r>
              <a:rPr lang="fr-FR" dirty="0"/>
              <a:t>Et dans quelle situation !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Quelques solutions pour y remédier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0000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ui va nous poser des problèles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: MCD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Sérialisation JSON /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29600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3C0B9410-E858-4776-8057-97B758F08B3E}"/>
              </a:ext>
            </a:extLst>
          </p:cNvPr>
          <p:cNvSpPr txBox="1"/>
          <p:nvPr/>
        </p:nvSpPr>
        <p:spPr>
          <a:xfrm>
            <a:off x="521205" y="1241529"/>
            <a:ext cx="10961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</p:txBody>
      </p: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096451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496697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552000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2856800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066609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 Eager ou Lazy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Jointures par défaut pour récupérer l’arbre de données 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801387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?? Exemple avec une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678448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56932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09009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474119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 par défaut « 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188390"/>
            <a:ext cx="1006583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 </a:t>
            </a:r>
            <a:r>
              <a:rPr lang="fr-FR" dirty="0" err="1">
                <a:solidFill>
                  <a:srgbClr val="FF0000"/>
                </a:solidFill>
              </a:rPr>
              <a:t>Demo</a:t>
            </a:r>
            <a:r>
              <a:rPr lang="fr-FR" dirty="0">
                <a:solidFill>
                  <a:srgbClr val="FF0000"/>
                </a:solidFill>
              </a:rPr>
              <a:t> ? 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494" y="2390144"/>
            <a:ext cx="10919012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On ne peut pas mélanger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fetch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et pagination, sinon on tronquerait les résultats, la BD ne le permet pas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endParaRPr kumimoji="0" lang="fr-FR" altLang="fr-FR" b="0" i="1" u="none" strike="noStrike" cap="none" normalizeH="0" baseline="0" dirty="0">
              <a:ln>
                <a:noFill/>
              </a:ln>
              <a:solidFill>
                <a:srgbClr val="8C8C8C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4004</Words>
  <Application>Microsoft Office PowerPoint</Application>
  <PresentationFormat>Grand écran</PresentationFormat>
  <Paragraphs>419</Paragraphs>
  <Slides>32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41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Spring Data JPA Hibernate  La belle vie ;) </vt:lpstr>
      <vt:lpstr>Spring Boot / Spring Data</vt:lpstr>
      <vt:lpstr>Le but de cette présentation</vt:lpstr>
      <vt:lpstr>Notre modèle de démo ui va nous poser des problèles !</vt:lpstr>
      <vt:lpstr>Notre modèle de démo : MCD</vt:lpstr>
      <vt:lpstr>Sérialisation JSON / « grappe » complète</vt:lpstr>
      <vt:lpstr>One to One / Many to One</vt:lpstr>
      <vt:lpstr>One to Many / Many to One</vt:lpstr>
      <vt:lpstr>Many to Many / n – n / bidirectionnelle</vt:lpstr>
      <vt:lpstr>Jointure Eager ou Lazy ?</vt:lpstr>
      <vt:lpstr>Jointures par défaut pour récupérer l’arbre de données </vt:lpstr>
      <vt:lpstr>N+1 ?? Exemple avec une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Pagination</vt:lpstr>
      <vt:lpstr>Pagination Infinie</vt:lpstr>
      <vt:lpstr>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2021-06-20T08:54:13Z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